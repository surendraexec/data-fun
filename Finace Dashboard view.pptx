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C85B-A561-C22B-BDBD-3BFC0427D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89431-6CF4-9D97-D232-CC756D5B7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9BD8B-B11B-8D01-71F2-81C310D0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85E9-867B-2260-C3B1-D479B8AB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8D244-05DB-6622-C358-39A711A8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097C-0086-ED25-1C2A-A8176ACC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99F7-DFEF-8249-5348-9CABB9E45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124-EFDD-C979-E315-8DB0FD31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BB43D-8A2F-5A8B-8F74-BBF8C47A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2D88C-663A-D5EF-9446-0E18B476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7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6635-E3EB-A7D1-7228-C3E5E4B8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658F1-0D58-ED6F-BF80-2AB995E01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DF0B-3667-BCA6-3BF5-69A9D621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45D29-7ECA-1056-0E25-67FD15F2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6700-7380-509B-3868-89DFFD1E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0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1BD7-B311-759E-A11D-9D120F89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CABD-35D1-AF66-7F39-9C9663088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8D48D-4A77-70A9-F928-7A79BFA2B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3769C-52ED-94E0-52D4-35F468EE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9B78B-F0E4-9CB0-DBC5-8F7E8DBFB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84AC-3B3D-5207-BB06-0BC0694F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5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A7C8-0678-99E2-CBE4-9D7FE96A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15651-6A46-87D9-DC0F-7FB9992F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97BD9-46F1-4AF2-FCF3-C438D2A1E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4192E-90ED-E00E-8592-F69B3FE9B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589E5-33B9-332B-7B8B-1204DCF07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00FF2-96BF-E51B-766B-38F972E4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83649-A362-81DB-98BE-70B27E781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AB109-7CD5-ACA4-87EC-F6AE2B29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0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04704-1B93-DCA1-F705-01BB26E7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825A3-93C4-A826-CBDF-A8EC0C71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CABFE-BEC0-FD1A-8FF1-097A642D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C840E-4B1F-050E-9292-8CEBAC0F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7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1466D-B98D-5DF5-DF4C-C2E340DD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77968-B672-AA0F-5795-84DEEB88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8A8A3-9A0B-4B12-5181-B245C262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7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9D82-0BCB-E3E4-6DEF-A936B0F1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2492-37E7-9DAD-DFB7-941636C0B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74507-D3F1-1051-5234-C3C264BD3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C666B-1C9B-EE2F-4DF0-AEF413FB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D3384-EED3-FDA4-298B-B6AFF93B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39A53-6B51-E739-C4B0-6EEDC33B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E82A-5C50-4EFE-D091-8F8489AF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2AEE2-084F-7217-D0FF-11D06A6AE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F391C-9FD8-0934-8CCE-D76E5CBE0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EF22B-AE4D-E240-7A6F-DD3FC467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734F3-EC31-1F39-1875-5C46C6E6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31A60-CF5E-7525-E9CC-EFCB22D8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5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24C1-CDC5-6EAF-EB40-DBD84174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86432-F52B-AECC-903A-2CC84CDF4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4E8F5-A891-5BF2-B577-FFCB048B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13D8E-22F1-5B6B-FF01-B454FEE7F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3C02F-7B0F-8CCE-EEE8-16F0FD65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1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CD1E5-C047-9403-145B-9887ADEE5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0DE9A-03EA-5295-84E4-0ECA4F1D8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EEB87-6F04-38E2-DF5D-D6C96859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621B4-217F-4E85-2C6C-9F8C71D1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4A239-A9A8-D510-8AEE-9C9F6D1E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1FBE9-A541-A82D-A5FC-E03B71CB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36CC3-5F17-3811-291E-D73DFAF45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7258D-5DA1-084E-BE05-9FEF9C467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C3489-92B8-48EB-A77D-5BE848496B1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AA9DD-E7E2-3672-AED6-EB098B93E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DD607-E297-71C4-B6DF-D6CA1FEE5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87EB2-65E1-4D16-B037-D30909299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4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712556-97BE-4836-CDAF-B1E60FDE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6" y="1"/>
            <a:ext cx="12127733" cy="68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4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C0417-2959-E8FE-EF48-9B1754F6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0" y="-41207"/>
            <a:ext cx="12039600" cy="700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2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794F2-9C45-617D-3098-FF12EB75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0140B2-6DDE-C35C-0FA9-86D47E02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167"/>
            <a:ext cx="12192000" cy="699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5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Shukla</dc:creator>
  <cp:lastModifiedBy>Surendra Shukla</cp:lastModifiedBy>
  <cp:revision>1</cp:revision>
  <dcterms:created xsi:type="dcterms:W3CDTF">2026-02-10T07:47:50Z</dcterms:created>
  <dcterms:modified xsi:type="dcterms:W3CDTF">2026-02-10T07:52:47Z</dcterms:modified>
</cp:coreProperties>
</file>